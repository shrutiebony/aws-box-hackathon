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AWS-BOX Contract Protection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AI-Powered Contract Analysis &amp; Protection</a:t>
            </a:r>
          </a:p>
          <a:p>
            <a:r>
              <a:t>Automated Contract Review Using Box + AWS Bedrock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Contracts are complex and time-consuming to review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Easy to miss unfavorable terms hidden in fine print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No easy way to compare original vs. preferred terms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Manual contract review requires legal expertise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Multiple stakeholders need clarity on negotiation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Automated contract monitoring via Box cloud storage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AI-powered analysis using AWS Bedrock (Claude 3 Sonnet)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Generates protected versions aligned with your interests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Creates visual comparisons and negotiation guides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Runs 24/7 on AWS EC2 with minimal infrastructure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828800" cy="1371600"/>
          </a:xfrm>
          <a:prstGeom prst="roundRect">
            <a:avLst/>
          </a:prstGeom>
          <a:solidFill>
            <a:srgbClr val="1F4E7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Box API</a:t>
            </a:r>
          </a:p>
          <a:p>
            <a:r>
              <a:t>Monitors contracts folder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828800"/>
            <a:ext cx="1828800" cy="1371600"/>
          </a:xfrm>
          <a:prstGeom prst="roundRect">
            <a:avLst/>
          </a:prstGeom>
          <a:solidFill>
            <a:srgbClr val="1F4E7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AWS Bedrock</a:t>
            </a:r>
          </a:p>
          <a:p>
            <a:r>
              <a:t>AI Analysis Engine</a:t>
            </a:r>
          </a:p>
          <a:p>
            <a:r>
              <a:t>(Claude 3 Sonnet)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1828800" cy="1371600"/>
          </a:xfrm>
          <a:prstGeom prst="roundRect">
            <a:avLst/>
          </a:prstGeom>
          <a:solidFill>
            <a:srgbClr val="1F4E7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EC2 Instance</a:t>
            </a:r>
          </a:p>
          <a:p>
            <a:r>
              <a:t>Contract Processor</a:t>
            </a:r>
          </a:p>
          <a:p>
            <a:r>
              <a:t>24/7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114800"/>
            <a:ext cx="4572000" cy="1371600"/>
          </a:xfrm>
          <a:prstGeom prst="roundRect">
            <a:avLst/>
          </a:prstGeom>
          <a:solidFill>
            <a:srgbClr val="1F4E7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Output Files</a:t>
            </a:r>
          </a:p>
          <a:p>
            <a:r>
              <a:t>3 Generated Documents</a:t>
            </a:r>
          </a:p>
          <a:p>
            <a:r>
              <a:t>• Mirror Contract</a:t>
            </a:r>
          </a:p>
          <a:p>
            <a:r>
              <a:t>• Redline Comparison</a:t>
            </a:r>
          </a:p>
          <a:p>
            <a:r>
              <a:t>• Negotiation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latin typeface="Calibri"/>
              </a:defRPr>
            </a:pPr>
            <a:r>
              <a:t>Real-time contract detection and processing</a:t>
            </a:r>
          </a:p>
          <a:p>
            <a:pPr>
              <a:spcAft>
                <a:spcPts val="1000"/>
              </a:spcAft>
              <a:defRPr sz="1600">
                <a:latin typeface="Calibri"/>
              </a:defRPr>
            </a:pPr>
            <a:r>
              <a:t>Customizable interest profiles (MY_INTERESTS.txt)</a:t>
            </a:r>
          </a:p>
          <a:p>
            <a:pPr>
              <a:spcAft>
                <a:spcPts val="1000"/>
              </a:spcAft>
              <a:defRPr sz="1600">
                <a:latin typeface="Calibri"/>
              </a:defRPr>
            </a:pPr>
            <a:r>
              <a:t>Per-contract instruction overrides</a:t>
            </a:r>
          </a:p>
          <a:p>
            <a:pPr>
              <a:spcAft>
                <a:spcPts val="1000"/>
              </a:spcAft>
              <a:defRPr sz="1600">
                <a:latin typeface="Calibri"/>
              </a:defRPr>
            </a:pPr>
            <a:r>
              <a:t>Three comprehensive output documents per contract</a:t>
            </a:r>
          </a:p>
          <a:p>
            <a:pPr>
              <a:spcAft>
                <a:spcPts val="1000"/>
              </a:spcAft>
              <a:defRPr sz="1600">
                <a:latin typeface="Calibri"/>
              </a:defRPr>
            </a:pPr>
            <a:r>
              <a:t>Automated email notifications via AWS SNS</a:t>
            </a:r>
          </a:p>
          <a:p>
            <a:pPr>
              <a:spcAft>
                <a:spcPts val="1000"/>
              </a:spcAft>
              <a:defRPr sz="1600">
                <a:latin typeface="Calibri"/>
              </a:defRPr>
            </a:pPr>
            <a:r>
              <a:t>Secure credential management via AWS Secrets Manager</a:t>
            </a:r>
          </a:p>
          <a:p>
            <a:pPr>
              <a:spcAft>
                <a:spcPts val="1000"/>
              </a:spcAft>
              <a:defRPr sz="1600">
                <a:latin typeface="Calibri"/>
              </a:defRPr>
            </a:pPr>
            <a:r>
              <a:t>Cost-effective: ~$8-11/month on AWS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 b="1"/>
            </a:pPr>
            <a:r>
              <a:t>Generated Documents</a:t>
            </a:r>
          </a:p>
          <a:p>
            <a:pPr>
              <a:spcAft>
                <a:spcPts val="1200"/>
              </a:spcAft>
              <a:defRPr sz="1400"/>
            </a:pPr>
            <a:r>
              <a:t>1. Mirror Contract</a:t>
            </a:r>
            <a:br/>
            <a:r>
              <a:t>   Protected version with your interests</a:t>
            </a:r>
          </a:p>
          <a:p>
            <a:pPr>
              <a:spcAft>
                <a:spcPts val="1200"/>
              </a:spcAft>
              <a:defRPr sz="1400"/>
            </a:pPr>
            <a:r>
              <a:t>2. Redline Comparison</a:t>
            </a:r>
            <a:br/>
            <a:r>
              <a:t>   Visual diff showing all changes</a:t>
            </a:r>
          </a:p>
          <a:p>
            <a:pPr>
              <a:spcAft>
                <a:spcPts val="1200"/>
              </a:spcAft>
              <a:defRPr sz="1400"/>
            </a:pPr>
            <a:r>
              <a:t>3. Negotiation Guide</a:t>
            </a:r>
            <a:br/>
            <a:r>
              <a:t>   How to present your terms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2000" b="1"/>
            </a:pPr>
            <a:r>
              <a:t>Key Benefits</a:t>
            </a:r>
          </a:p>
          <a:p>
            <a:pPr>
              <a:spcAft>
                <a:spcPts val="1000"/>
              </a:spcAft>
              <a:defRPr sz="1400"/>
            </a:pPr>
            <a:r>
              <a:t>⚡ Saves hours of manual review</a:t>
            </a:r>
          </a:p>
          <a:p>
            <a:pPr>
              <a:spcAft>
                <a:spcPts val="1000"/>
              </a:spcAft>
              <a:defRPr sz="1400"/>
            </a:pPr>
            <a:r>
              <a:t>🎯 Ensures your interests are protected</a:t>
            </a:r>
          </a:p>
          <a:p>
            <a:pPr>
              <a:spcAft>
                <a:spcPts val="1000"/>
              </a:spcAft>
              <a:defRPr sz="1400"/>
            </a:pPr>
            <a:r>
              <a:t>📊 Clear visualization of changes</a:t>
            </a:r>
          </a:p>
          <a:p>
            <a:pPr>
              <a:spcAft>
                <a:spcPts val="1000"/>
              </a:spcAft>
              <a:defRPr sz="1400"/>
            </a:pPr>
            <a:r>
              <a:t>🤝 Better negotiation preparation</a:t>
            </a:r>
          </a:p>
          <a:p>
            <a:pPr>
              <a:spcAft>
                <a:spcPts val="1000"/>
              </a:spcAft>
              <a:defRPr sz="1400"/>
            </a:pPr>
            <a:r>
              <a:t>🔒 Secure and automated</a:t>
            </a:r>
          </a:p>
          <a:p>
            <a:pPr>
              <a:spcAft>
                <a:spcPts val="1000"/>
              </a:spcAft>
              <a:defRPr sz="1400"/>
            </a:pPr>
            <a:r>
              <a:t>💰 Cost-effective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